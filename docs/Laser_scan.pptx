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6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0B1EA-9313-9E2E-37B4-E8D9BC327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D65BB-C63D-E1AD-FBD9-E3D0BB7E4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E6A06-2252-C72D-4D2A-13AC1237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FD4C-0E41-4417-8072-EA946BED95E8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99F3E-73E2-9E02-6ED1-2904192F2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FE1A1-5EBD-5C46-02B3-11B81171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F893B-D3F0-4B9B-8136-F8EE2FC8F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34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3F56-49FE-5663-63B0-7FF0C418B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6E526-CF90-6E49-2E12-0760CF569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2A360-D5A1-211C-1F4A-DAFE66A7D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FD4C-0E41-4417-8072-EA946BED95E8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9EAA4-A305-E196-51FE-C3CC38DD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5FC2F-31C5-35BC-427C-33AC4273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F893B-D3F0-4B9B-8136-F8EE2FC8F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026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B969-D6B6-883E-78F3-AE9719346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48E49-26B2-EADE-7F7F-90F76707E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FA084-05DF-56EC-199E-C0CEBBF9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FD4C-0E41-4417-8072-EA946BED95E8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64828-4051-06BA-8E8F-9C99AAEFB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BFF57-E11E-BF21-0A30-6A33AB2E5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F893B-D3F0-4B9B-8136-F8EE2FC8F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448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3457-60A5-4B25-AE4B-92AAF9DF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96017-941A-D18A-CF35-3486C209A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0B518-0D8C-C33B-DE09-9C9BA9192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D5FF2-2FC8-3680-CEDF-EB16078F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FD4C-0E41-4417-8072-EA946BED95E8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B5DA7-9B86-6CE2-AE77-EA648DE79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933C1-5294-B4F3-9204-7C15D14C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F893B-D3F0-4B9B-8136-F8EE2FC8F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8452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1C3ED-3BA1-1F9E-FCFF-6D06F036E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423ED-51D3-7F70-4A1A-5FD24D689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5C7FA-8702-8BBF-2B4E-D6D48FC32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DE1E7D-CCDF-C3B0-6A60-A2ABFC3E4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0838CA-46E3-D81A-BA9D-D7A0E34C9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99E94F-C971-0DEC-6FA4-699B20639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FD4C-0E41-4417-8072-EA946BED95E8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79AFB9-2682-A628-1BC5-0E7F78431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B8CB2-620A-6D24-464C-45C13BDB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F893B-D3F0-4B9B-8136-F8EE2FC8F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187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4F9FE-37B3-4FEC-EAEC-85697C602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0B41EA-2F07-F96C-45A6-1A7045434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FD4C-0E41-4417-8072-EA946BED95E8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D2049-6EB0-944A-BEC4-B9C456BD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BA78F1-1775-997D-BF7D-42530D7A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F893B-D3F0-4B9B-8136-F8EE2FC8F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411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C3BA84-4EA8-C840-5B14-FC4EAB8F0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FD4C-0E41-4417-8072-EA946BED95E8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21423C-C99F-98A6-74B5-D846D2F36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4AD43-4732-E8DC-FA24-B0EF819F6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F893B-D3F0-4B9B-8136-F8EE2FC8F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82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762A1-DD15-3FAE-9531-CBD0D5F60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26ECF-0710-8D97-CA29-061D82BD1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53499-BC4E-9BF2-A992-A504A5C04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885C1-09B3-3DDF-4D83-6E3A040C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FD4C-0E41-4417-8072-EA946BED95E8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8F915-028F-9310-1CC4-3B8F9EBB2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FD51E-55FE-38EB-C02D-59B299522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F893B-D3F0-4B9B-8136-F8EE2FC8F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763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3522A-F13C-6A2B-B3EF-1D9878027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52198C-48B2-960F-1DF7-AF4197EF8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366D-2E81-1F9D-9B2A-639D9F5BD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13D1F-8853-0F90-8269-57207C327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FD4C-0E41-4417-8072-EA946BED95E8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5A606-D259-D8E6-ECC6-7A8B1648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B5A8E-B06D-270D-E64F-063DEE11D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F893B-D3F0-4B9B-8136-F8EE2FC8F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099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5DBB2-9BB8-0E10-DC74-27B04B3F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1FBD4-6BCB-8F5C-7049-B12DE99C4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6BF17-684F-78CA-5D09-0BA9EE2B9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FD4C-0E41-4417-8072-EA946BED95E8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36C14-3E74-8BA4-9751-09ED71AC9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16EBA-2AA4-22B4-ABE3-0CD0C3BE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F893B-D3F0-4B9B-8136-F8EE2FC8F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00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286D4-AE86-BE47-D214-08DD9B6317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1F256-3D31-160E-3CF3-CEA7B21E1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1AB81-39F6-D719-28EB-A06A1BFAC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FD4C-0E41-4417-8072-EA946BED95E8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9AEB1-CBE3-E166-16B8-8C88063B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3F40-E704-AAEA-89DC-FF5C918F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F893B-D3F0-4B9B-8136-F8EE2FC8F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631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A2DB2F-97DD-50EB-0A39-E5783C21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1B8DD-CDFC-F6C3-4C72-D61076B0E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BAF09-B4D4-8549-A09C-497FBB60F6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DFD4C-0E41-4417-8072-EA946BED95E8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10122-F27F-2878-8E9A-25A49EF6A8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1627B-9B4A-6F6E-D006-24B903C6C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893B-D3F0-4B9B-8136-F8EE2FC8F8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14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433B94E-1054-86F4-E38E-666FFF119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967" y="882412"/>
            <a:ext cx="1166073" cy="11660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2BC670-59EB-DA22-0BD8-F22F4D856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29" b="44391"/>
          <a:stretch>
            <a:fillRect/>
          </a:stretch>
        </p:blipFill>
        <p:spPr>
          <a:xfrm>
            <a:off x="7336459" y="2284811"/>
            <a:ext cx="3523641" cy="15112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7BE41E-D254-2EDF-0092-A1A171EA06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65" b="56450"/>
          <a:stretch>
            <a:fillRect/>
          </a:stretch>
        </p:blipFill>
        <p:spPr>
          <a:xfrm>
            <a:off x="6814607" y="4234393"/>
            <a:ext cx="5085505" cy="16334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4D7FC1-ADC3-7DD9-6462-5CBE91863D80}"/>
              </a:ext>
            </a:extLst>
          </p:cNvPr>
          <p:cNvSpPr txBox="1"/>
          <p:nvPr/>
        </p:nvSpPr>
        <p:spPr>
          <a:xfrm>
            <a:off x="685800" y="513080"/>
            <a:ext cx="3568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Launch </a:t>
            </a:r>
            <a:r>
              <a:rPr lang="en-GB" sz="2000" b="1" dirty="0" err="1"/>
              <a:t>Polyworks</a:t>
            </a:r>
            <a:r>
              <a:rPr lang="en-GB" sz="2000" b="1" dirty="0"/>
              <a:t>/</a:t>
            </a:r>
            <a:r>
              <a:rPr lang="en-GB" sz="2000" b="1" dirty="0" err="1"/>
              <a:t>IMInspect</a:t>
            </a:r>
            <a:endParaRPr lang="en-GB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FDE120-7024-AE36-7522-D0435E319DFD}"/>
              </a:ext>
            </a:extLst>
          </p:cNvPr>
          <p:cNvSpPr txBox="1"/>
          <p:nvPr/>
        </p:nvSpPr>
        <p:spPr>
          <a:xfrm>
            <a:off x="848361" y="1452880"/>
            <a:ext cx="61061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Launch </a:t>
            </a:r>
            <a:r>
              <a:rPr lang="en-GB" dirty="0" err="1"/>
              <a:t>Polyworks</a:t>
            </a:r>
            <a:r>
              <a:rPr lang="en-GB" dirty="0"/>
              <a:t> by clicking </a:t>
            </a:r>
            <a:r>
              <a:rPr lang="en-GB" dirty="0" err="1"/>
              <a:t>Polyworks</a:t>
            </a:r>
            <a:r>
              <a:rPr lang="en-GB" dirty="0"/>
              <a:t> on desktop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From the </a:t>
            </a:r>
            <a:r>
              <a:rPr lang="en-GB" dirty="0" err="1"/>
              <a:t>Polyworks</a:t>
            </a:r>
            <a:r>
              <a:rPr lang="en-GB" dirty="0"/>
              <a:t> workspace, click </a:t>
            </a:r>
            <a:r>
              <a:rPr lang="en-GB" b="1" dirty="0"/>
              <a:t>Start </a:t>
            </a:r>
            <a:r>
              <a:rPr lang="en-GB" b="1" dirty="0" err="1"/>
              <a:t>IMEdit</a:t>
            </a:r>
            <a:r>
              <a:rPr lang="en-GB" b="1" dirty="0"/>
              <a:t> </a:t>
            </a:r>
            <a:r>
              <a:rPr lang="en-GB" dirty="0"/>
              <a:t>to launch </a:t>
            </a:r>
            <a:r>
              <a:rPr lang="en-GB" dirty="0" err="1"/>
              <a:t>IMEdit</a:t>
            </a: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From </a:t>
            </a:r>
            <a:r>
              <a:rPr lang="en-GB" dirty="0" err="1"/>
              <a:t>IMEdit</a:t>
            </a:r>
            <a:r>
              <a:rPr lang="en-GB" dirty="0"/>
              <a:t>, click </a:t>
            </a:r>
            <a:r>
              <a:rPr lang="en-GB" b="1" dirty="0"/>
              <a:t>Start </a:t>
            </a:r>
            <a:r>
              <a:rPr lang="en-GB" b="1" dirty="0" err="1"/>
              <a:t>IMInspect</a:t>
            </a:r>
            <a:r>
              <a:rPr lang="en-GB" b="1" dirty="0"/>
              <a:t> Scanning </a:t>
            </a:r>
            <a:r>
              <a:rPr lang="en-GB" dirty="0"/>
              <a:t>to launch Inspect for scan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3206C38-EC51-EB95-95C6-86DF1545D770}"/>
              </a:ext>
            </a:extLst>
          </p:cNvPr>
          <p:cNvSpPr/>
          <p:nvPr/>
        </p:nvSpPr>
        <p:spPr>
          <a:xfrm>
            <a:off x="8819819" y="2794000"/>
            <a:ext cx="706120" cy="7366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6C1B06A-E0E2-2CA5-CFEF-E735775B22F0}"/>
              </a:ext>
            </a:extLst>
          </p:cNvPr>
          <p:cNvSpPr/>
          <p:nvPr/>
        </p:nvSpPr>
        <p:spPr>
          <a:xfrm>
            <a:off x="9431233" y="4719320"/>
            <a:ext cx="706120" cy="55372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166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4CE8B-4CF2-67D1-F32F-47CC548E1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5BC7990-0DE1-79A7-974B-D664627C5550}"/>
              </a:ext>
            </a:extLst>
          </p:cNvPr>
          <p:cNvSpPr txBox="1"/>
          <p:nvPr/>
        </p:nvSpPr>
        <p:spPr>
          <a:xfrm>
            <a:off x="685800" y="513080"/>
            <a:ext cx="25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Setup laser scanner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DEBF1B-210F-8494-F16F-F8DFF6CBDD17}"/>
              </a:ext>
            </a:extLst>
          </p:cNvPr>
          <p:cNvSpPr txBox="1"/>
          <p:nvPr/>
        </p:nvSpPr>
        <p:spPr>
          <a:xfrm>
            <a:off x="848361" y="1452880"/>
            <a:ext cx="61061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At the bottom of the Inspect Scanning window, link to Faro Arm, then click connect to establish connection, a ready icon should exist when it is connected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At the top tool bar, select </a:t>
            </a:r>
            <a:r>
              <a:rPr lang="en-GB" b="1" dirty="0"/>
              <a:t>Faro laser line probe</a:t>
            </a:r>
            <a:r>
              <a:rPr lang="en-GB" dirty="0"/>
              <a:t>, then click the scan to launch laser scan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213709-4515-C7F5-5D2B-12732B6C1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882" r="62174"/>
          <a:stretch>
            <a:fillRect/>
          </a:stretch>
        </p:blipFill>
        <p:spPr>
          <a:xfrm>
            <a:off x="1193799" y="2380458"/>
            <a:ext cx="2354379" cy="12009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960F23-090D-E3F2-FABC-572D74A99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0"/>
          <a:stretch>
            <a:fillRect/>
          </a:stretch>
        </p:blipFill>
        <p:spPr>
          <a:xfrm>
            <a:off x="4042865" y="2380457"/>
            <a:ext cx="1103175" cy="12184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E46DF5-8A15-75F9-6C33-04B20AF306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49" b="77852"/>
          <a:stretch>
            <a:fillRect/>
          </a:stretch>
        </p:blipFill>
        <p:spPr>
          <a:xfrm>
            <a:off x="1158240" y="4515064"/>
            <a:ext cx="2960448" cy="1738415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38DDC9D7-B1EF-7D6D-0E75-D25BDF21E51E}"/>
              </a:ext>
            </a:extLst>
          </p:cNvPr>
          <p:cNvSpPr/>
          <p:nvPr/>
        </p:nvSpPr>
        <p:spPr>
          <a:xfrm>
            <a:off x="1725738" y="4644650"/>
            <a:ext cx="507061" cy="47011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27532FC-F7E9-74F3-DC0C-B457108AC3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280" y="1204290"/>
            <a:ext cx="3713480" cy="5239981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BCF195A3-FF66-6045-FBF2-6CA61C624668}"/>
              </a:ext>
            </a:extLst>
          </p:cNvPr>
          <p:cNvSpPr/>
          <p:nvPr/>
        </p:nvSpPr>
        <p:spPr>
          <a:xfrm>
            <a:off x="7320280" y="5653710"/>
            <a:ext cx="822960" cy="47011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424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97C3F-CF32-A42B-C1C6-DAE708841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C267C3F-14A3-4507-E1C5-213ECDD159EF}"/>
              </a:ext>
            </a:extLst>
          </p:cNvPr>
          <p:cNvSpPr txBox="1"/>
          <p:nvPr/>
        </p:nvSpPr>
        <p:spPr>
          <a:xfrm>
            <a:off x="685800" y="513080"/>
            <a:ext cx="2011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Start laser scan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35E3AD-5925-8931-DD84-0D97E87C72EA}"/>
              </a:ext>
            </a:extLst>
          </p:cNvPr>
          <p:cNvSpPr txBox="1"/>
          <p:nvPr/>
        </p:nvSpPr>
        <p:spPr>
          <a:xfrm>
            <a:off x="848361" y="1452880"/>
            <a:ext cx="61061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Use the laser probe to </a:t>
            </a:r>
            <a:r>
              <a:rPr lang="en-GB" b="1" dirty="0"/>
              <a:t>Start Scan</a:t>
            </a:r>
            <a:r>
              <a:rPr lang="en-GB" dirty="0"/>
              <a:t> the sample, then </a:t>
            </a:r>
            <a:r>
              <a:rPr lang="en-GB" b="1" dirty="0"/>
              <a:t>End Scan </a:t>
            </a:r>
            <a:r>
              <a:rPr lang="en-GB" dirty="0"/>
              <a:t>and</a:t>
            </a:r>
            <a:r>
              <a:rPr lang="en-GB" b="1" dirty="0"/>
              <a:t> Finalize Mesh.</a:t>
            </a: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98D8B-3511-0639-9F65-443A0AF3E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862" y="2613228"/>
            <a:ext cx="3851497" cy="36351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157DD7-DDF9-1B48-01B7-DCC5AE484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582" y="3139435"/>
            <a:ext cx="3746816" cy="158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8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0C7C5-AAF5-7034-DEDF-6DA5BF5A7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69B3A11-3576-F4A6-314B-F265F0981E0F}"/>
              </a:ext>
            </a:extLst>
          </p:cNvPr>
          <p:cNvSpPr txBox="1"/>
          <p:nvPr/>
        </p:nvSpPr>
        <p:spPr>
          <a:xfrm>
            <a:off x="685800" y="513080"/>
            <a:ext cx="21066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Clean the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FB6D5B-DFBD-30C3-A909-5B088F377605}"/>
              </a:ext>
            </a:extLst>
          </p:cNvPr>
          <p:cNvSpPr txBox="1"/>
          <p:nvPr/>
        </p:nvSpPr>
        <p:spPr>
          <a:xfrm>
            <a:off x="848361" y="1437640"/>
            <a:ext cx="61061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From </a:t>
            </a:r>
            <a:r>
              <a:rPr lang="en-GB" b="1" dirty="0"/>
              <a:t>Select, Elements, Interactively </a:t>
            </a:r>
            <a:r>
              <a:rPr lang="en-GB" dirty="0"/>
              <a:t>to select parts want, then press </a:t>
            </a:r>
            <a:r>
              <a:rPr lang="en-GB" b="1" dirty="0"/>
              <a:t>Delete</a:t>
            </a:r>
            <a:r>
              <a:rPr lang="en-GB" dirty="0"/>
              <a:t> button on keyboard to delete.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E13FF3-49EC-4DFD-5702-4625CDF34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29" y="2246686"/>
            <a:ext cx="4248832" cy="24608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6661BD-C459-BDBB-FAD7-B5A8377CC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128" y="2246686"/>
            <a:ext cx="2310625" cy="24608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57BC67-5A4A-AA23-21BC-8CEA4BEF1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373" y="2246686"/>
            <a:ext cx="3357667" cy="246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827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05E4B-159E-50A6-0A77-106377C05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1B027B8-AA82-02C2-8FA7-D75340F5E216}"/>
              </a:ext>
            </a:extLst>
          </p:cNvPr>
          <p:cNvSpPr txBox="1"/>
          <p:nvPr/>
        </p:nvSpPr>
        <p:spPr>
          <a:xfrm>
            <a:off x="685800" y="513080"/>
            <a:ext cx="1542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Save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ACFFD1-88AE-D423-AACC-A38FCCB25B28}"/>
              </a:ext>
            </a:extLst>
          </p:cNvPr>
          <p:cNvSpPr txBox="1"/>
          <p:nvPr/>
        </p:nvSpPr>
        <p:spPr>
          <a:xfrm>
            <a:off x="848361" y="1437640"/>
            <a:ext cx="8173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Go to </a:t>
            </a:r>
            <a:r>
              <a:rPr lang="en-GB" dirty="0" err="1"/>
              <a:t>treeview</a:t>
            </a:r>
            <a:r>
              <a:rPr lang="en-GB" dirty="0"/>
              <a:t> (bottom), select </a:t>
            </a:r>
            <a:r>
              <a:rPr lang="en-GB" b="1" dirty="0"/>
              <a:t>surface scan </a:t>
            </a:r>
            <a:r>
              <a:rPr lang="en-GB" dirty="0"/>
              <a:t>and right click</a:t>
            </a:r>
          </a:p>
          <a:p>
            <a:pPr marL="342900" indent="-342900">
              <a:buAutoNum type="arabicPeriod"/>
            </a:pPr>
            <a:r>
              <a:rPr lang="en-GB" b="1" dirty="0"/>
              <a:t>Export</a:t>
            </a:r>
            <a:r>
              <a:rPr lang="en-GB" dirty="0"/>
              <a:t> -&gt; </a:t>
            </a:r>
            <a:r>
              <a:rPr lang="en-GB" b="1" dirty="0"/>
              <a:t>As Polygonal Model </a:t>
            </a:r>
            <a:r>
              <a:rPr lang="en-GB" dirty="0"/>
              <a:t>to save as .</a:t>
            </a:r>
            <a:r>
              <a:rPr lang="en-GB" dirty="0" err="1"/>
              <a:t>stl</a:t>
            </a:r>
            <a:r>
              <a:rPr lang="en-GB" dirty="0"/>
              <a:t> file.</a:t>
            </a:r>
            <a:endParaRPr lang="en-GB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EA578F-880D-0253-CA64-7CFF421A3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080" y="2322292"/>
            <a:ext cx="5001233" cy="430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193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49676-6ED1-9ED6-1069-2C251883D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6CC7415-B9A0-E9B8-526D-77C3FB7EF6DA}"/>
              </a:ext>
            </a:extLst>
          </p:cNvPr>
          <p:cNvSpPr txBox="1"/>
          <p:nvPr/>
        </p:nvSpPr>
        <p:spPr>
          <a:xfrm>
            <a:off x="685800" y="513080"/>
            <a:ext cx="2855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Import model to </a:t>
            </a:r>
            <a:r>
              <a:rPr lang="en-GB" sz="2000" b="1" dirty="0" err="1"/>
              <a:t>IMEdit</a:t>
            </a:r>
            <a:endParaRPr lang="en-GB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C7715E-2775-4F6B-26AA-675824EC484B}"/>
              </a:ext>
            </a:extLst>
          </p:cNvPr>
          <p:cNvSpPr txBox="1"/>
          <p:nvPr/>
        </p:nvSpPr>
        <p:spPr>
          <a:xfrm>
            <a:off x="848361" y="1437640"/>
            <a:ext cx="50342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Open </a:t>
            </a:r>
            <a:r>
              <a:rPr lang="en-GB" dirty="0" err="1"/>
              <a:t>Polyworks</a:t>
            </a:r>
            <a:r>
              <a:rPr lang="en-GB" dirty="0"/>
              <a:t>/</a:t>
            </a:r>
            <a:r>
              <a:rPr lang="en-GB" dirty="0" err="1"/>
              <a:t>IMEdit</a:t>
            </a:r>
            <a:endParaRPr lang="en-GB" dirty="0"/>
          </a:p>
          <a:p>
            <a:pPr marL="342900" indent="-342900">
              <a:buAutoNum type="arabicPeriod"/>
            </a:pPr>
            <a:r>
              <a:rPr lang="en-GB" b="1" dirty="0"/>
              <a:t>Import -&gt; Polygonal Models </a:t>
            </a:r>
            <a:r>
              <a:rPr lang="en-GB" dirty="0"/>
              <a:t>to import the saved model.</a:t>
            </a:r>
          </a:p>
          <a:p>
            <a:pPr marL="342900" indent="-342900">
              <a:buAutoNum type="arabicPeriod"/>
            </a:pPr>
            <a:endParaRPr lang="en-GB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CA7D9C-5910-C6DB-5920-6465B68D4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84" y="2637969"/>
            <a:ext cx="5276616" cy="380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44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91B88-9C8E-BA69-416A-678C82DDE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25D5BB9-8B26-F804-7192-22304E89E4A3}"/>
              </a:ext>
            </a:extLst>
          </p:cNvPr>
          <p:cNvSpPr txBox="1"/>
          <p:nvPr/>
        </p:nvSpPr>
        <p:spPr>
          <a:xfrm>
            <a:off x="685800" y="513080"/>
            <a:ext cx="1891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 err="1"/>
              <a:t>Analyze</a:t>
            </a:r>
            <a:r>
              <a:rPr lang="en-GB" sz="2000" b="1" dirty="0"/>
              <a:t>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2C9C2F-9F02-2791-B88E-37F1CC5F8AF5}"/>
              </a:ext>
            </a:extLst>
          </p:cNvPr>
          <p:cNvSpPr txBox="1"/>
          <p:nvPr/>
        </p:nvSpPr>
        <p:spPr>
          <a:xfrm>
            <a:off x="848361" y="1437640"/>
            <a:ext cx="5034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3. </a:t>
            </a:r>
            <a:r>
              <a:rPr lang="en-GB" b="1" dirty="0" err="1"/>
              <a:t>Analyze</a:t>
            </a:r>
            <a:r>
              <a:rPr lang="en-GB" b="1" dirty="0"/>
              <a:t> boundaries </a:t>
            </a:r>
            <a:r>
              <a:rPr lang="en-GB" dirty="0"/>
              <a:t>and </a:t>
            </a:r>
            <a:r>
              <a:rPr lang="en-GB" b="1" dirty="0"/>
              <a:t>Watertightness </a:t>
            </a:r>
            <a:r>
              <a:rPr lang="en-GB" dirty="0"/>
              <a:t>to check if there are open boundaries. </a:t>
            </a:r>
          </a:p>
          <a:p>
            <a:pPr marL="342900" indent="-342900">
              <a:buAutoNum type="arabicPeriod"/>
            </a:pPr>
            <a:endParaRPr lang="en-GB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7E6613-87B9-BA6B-4D2A-896ED5D94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20" y="2785803"/>
            <a:ext cx="4765241" cy="278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462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7AD8E-1FAA-E3C0-827C-21BC5EBF3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384E541-1EB3-D908-6839-E5CCAE0E8B32}"/>
              </a:ext>
            </a:extLst>
          </p:cNvPr>
          <p:cNvSpPr txBox="1"/>
          <p:nvPr/>
        </p:nvSpPr>
        <p:spPr>
          <a:xfrm>
            <a:off x="685800" y="513080"/>
            <a:ext cx="1741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Repair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B5FB5D-5798-F6B9-C98F-38DF095869B6}"/>
              </a:ext>
            </a:extLst>
          </p:cNvPr>
          <p:cNvSpPr txBox="1"/>
          <p:nvPr/>
        </p:nvSpPr>
        <p:spPr>
          <a:xfrm>
            <a:off x="848361" y="1437640"/>
            <a:ext cx="50342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4. If there are open boundaries and the model is not watertight, </a:t>
            </a:r>
            <a:r>
              <a:rPr lang="en-GB" b="1" dirty="0"/>
              <a:t>Repair -&gt;</a:t>
            </a:r>
            <a:r>
              <a:rPr lang="en-GB" dirty="0"/>
              <a:t> </a:t>
            </a:r>
            <a:r>
              <a:rPr lang="en-GB" b="1" dirty="0"/>
              <a:t>Fill Holes </a:t>
            </a:r>
            <a:r>
              <a:rPr lang="en-GB" dirty="0"/>
              <a:t>to close all the holes until there are no open boundaries and the model is watertight.</a:t>
            </a:r>
          </a:p>
          <a:p>
            <a:pPr marL="342900" indent="-342900">
              <a:buAutoNum type="arabicPeriod"/>
            </a:pPr>
            <a:endParaRPr lang="en-GB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1951B-9C7F-C0C5-2009-D3E5B617A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71" y="3063448"/>
            <a:ext cx="7512329" cy="23975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05D3EB-6C64-6DAF-82A9-B4DBC9107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00" y="2797850"/>
            <a:ext cx="3693540" cy="34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23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C0AA9-E4F9-6516-0CAD-B92023BF7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E5CB1E7-FF89-576D-0B8A-C2C9BBFBDECD}"/>
              </a:ext>
            </a:extLst>
          </p:cNvPr>
          <p:cNvSpPr txBox="1"/>
          <p:nvPr/>
        </p:nvSpPr>
        <p:spPr>
          <a:xfrm>
            <a:off x="685800" y="513080"/>
            <a:ext cx="2326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Optimize and save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5A021C-E2E7-B7A7-CDFF-67F9C4EA368B}"/>
              </a:ext>
            </a:extLst>
          </p:cNvPr>
          <p:cNvSpPr txBox="1"/>
          <p:nvPr/>
        </p:nvSpPr>
        <p:spPr>
          <a:xfrm>
            <a:off x="848361" y="1437640"/>
            <a:ext cx="8397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5. </a:t>
            </a:r>
            <a:r>
              <a:rPr lang="en-GB" b="1" dirty="0"/>
              <a:t>Optimize -&gt; Reduce Triangles</a:t>
            </a:r>
            <a:r>
              <a:rPr lang="en-GB" dirty="0"/>
              <a:t> to reduce number of mesh.</a:t>
            </a:r>
          </a:p>
          <a:p>
            <a:r>
              <a:rPr lang="en-GB" dirty="0"/>
              <a:t>6. Then </a:t>
            </a:r>
            <a:r>
              <a:rPr lang="en-GB" b="1" dirty="0"/>
              <a:t>Export </a:t>
            </a:r>
            <a:r>
              <a:rPr lang="en-GB" dirty="0"/>
              <a:t>the model as </a:t>
            </a:r>
            <a:r>
              <a:rPr lang="en-GB" dirty="0" err="1"/>
              <a:t>stl</a:t>
            </a:r>
            <a:r>
              <a:rPr lang="en-GB" dirty="0"/>
              <a:t> file. </a:t>
            </a:r>
          </a:p>
          <a:p>
            <a:pPr marL="342900" indent="-342900">
              <a:buAutoNum type="arabicPeriod"/>
            </a:pPr>
            <a:endParaRPr lang="en-GB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5B857A-5E03-AA29-2CB2-C6597160B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61" y="2702560"/>
            <a:ext cx="7698966" cy="333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0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252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Ruiyao (STFC,RAL,ISIS)</dc:creator>
  <cp:lastModifiedBy>Zhang, Ruiyao (STFC,RAL,ISIS)</cp:lastModifiedBy>
  <cp:revision>4</cp:revision>
  <dcterms:created xsi:type="dcterms:W3CDTF">2026-06-17T12:44:41Z</dcterms:created>
  <dcterms:modified xsi:type="dcterms:W3CDTF">2026-06-17T14:28:45Z</dcterms:modified>
</cp:coreProperties>
</file>